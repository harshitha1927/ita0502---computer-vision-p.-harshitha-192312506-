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54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7187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AI-Based Medical Image Diagnosis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74557" y="184023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computer-aided medical image analysis system using Computer Vision and Deep Learning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871804" y="4036851"/>
            <a:ext cx="4504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by: 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P. Harshitha (192312506)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Rama Keerthi (192312495)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Ayeesha Parveen (192311313)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Lokesh ( 192311216)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Guruprasath (192411270L)</a:t>
            </a:r>
          </a:p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Doctors use X-ray, CT, MRI and ultrasound images to find diseases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thousands of images by eye is slow, tiring and can vary from person to person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Computer vision lets a computer see and measure what is inside an image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learning lets it learn disease patterns from thousands of examples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Aim: build a system that helps doctors read images faster and more accurately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Overall System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Five stages from raw scan to doctor's report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34" y="1188720"/>
            <a:ext cx="7595131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Scan goes in, cleaned and enhanced image comes out of stage (a)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Stages (b) and (c) find the problem area and describe it with numbers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Stage (d) decides what the pattern means; stage (e) reports it to the doctor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(a) Image Acquisition and Preprocessing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collect the medical images — like X-rays, CT scans, MRI, or ultrasound.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store the images in DICOM format and remove patient details to keep their information private.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we make all images the same size so the neural network can process them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adjust the brightness so images from different scanning machines look more similar.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flip, rotate, or crop some images to create more training examples for the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(b) Noise Removal and Enhancement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 on a synthetic scan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de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764" y="1188720"/>
            <a:ext cx="5860473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images may contain unwanted noise due to the scanning process. Different scans can have different types of noise.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filters like Median, Gaussian, and Bilateral to remove unwanted noise from the images.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improve the image contrast using Histogram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Equalisation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CLAHE, making important details and edges easier to see.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(c) Segmentation of Regions of Interest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 on a synthetic scan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764" y="1188720"/>
            <a:ext cx="5860473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474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helps separate important areas, such as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lesions, or organs, from the background.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traditional methods like thresholding and region growing, or deep learning models like U-Net,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Mask R-CNN to identify these areas.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measure segmentation accuracy using Dice score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how accurately the system identifies the required region.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(d) Feature Detection and Extraction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selected part of the image into useful information that the computer can understand.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features: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at the shape and size, such as the area, boundary, and how regular or irregular it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 features: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the surface pattern of the tissue, such as whether it looks smooth or rough.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features: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at the brightness of the pixels, including their average and how much they vary.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manually selecting features, deep learning models can automatically learn important features from the image.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(e) Deep-Learning Classification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Convolutional Neural Network (CNN) layout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c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67" y="1188720"/>
            <a:ext cx="6665466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learns patterns from medical images, starting with simple edges and then identifying shapes related to diseases.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models like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VGG,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Transfer learning helps when we have fewer training images.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system predicts whether the image is normal or abnormal, identifies the possible disease type, and provides a probability score.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5D3477-6F16-7531-873F-E9A7D76521CF}"/>
              </a:ext>
            </a:extLst>
          </p:cNvPr>
          <p:cNvGraphicFramePr>
            <a:graphicFrameLocks noGrp="1"/>
          </p:cNvGraphicFramePr>
          <p:nvPr/>
        </p:nvGraphicFramePr>
        <p:xfrm>
          <a:off x="539646" y="1191718"/>
          <a:ext cx="7914806" cy="2023672"/>
        </p:xfrm>
        <a:graphic>
          <a:graphicData uri="http://schemas.openxmlformats.org/drawingml/2006/table">
            <a:tbl>
              <a:tblPr/>
              <a:tblGrid>
                <a:gridCol w="7914806">
                  <a:extLst>
                    <a:ext uri="{9D8B030D-6E8A-4147-A177-3AD203B41FA5}">
                      <a16:colId xmlns:a16="http://schemas.microsoft.com/office/drawing/2014/main" val="2606798430"/>
                    </a:ext>
                  </a:extLst>
                </a:gridCol>
              </a:tblGrid>
              <a:tr h="20236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7866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(f) Automated Analysis and Decision Support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 report showing the affected area, its measurements, and a confidence score.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heat maps highlight the parts of the image that influenced the AI's decision.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case looks urgent, the system flags it so doctors can review it first.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connect with hospital systems like PACS to display the results alongside the scan.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doctor makes the final decision. AI only helps the doctor by providing a second opinion.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 and Challenges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diagnosis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Consistent results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Detects small, early signs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doctor workload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labelled medical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 scanners give different images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decisions hard to explain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Privacy, approval and clinical testing needed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605C4B-F8FA-EB95-925F-8A24E498A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242671"/>
              </p:ext>
            </p:extLst>
          </p:nvPr>
        </p:nvGraphicFramePr>
        <p:xfrm>
          <a:off x="329783" y="996847"/>
          <a:ext cx="8484433" cy="2720714"/>
        </p:xfrm>
        <a:graphic>
          <a:graphicData uri="http://schemas.openxmlformats.org/drawingml/2006/table">
            <a:tbl>
              <a:tblPr/>
              <a:tblGrid>
                <a:gridCol w="8484433">
                  <a:extLst>
                    <a:ext uri="{9D8B030D-6E8A-4147-A177-3AD203B41FA5}">
                      <a16:colId xmlns:a16="http://schemas.microsoft.com/office/drawing/2014/main" val="48099466"/>
                    </a:ext>
                  </a:extLst>
                </a:gridCol>
              </a:tblGrid>
              <a:tr h="27207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37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555D72-67DB-76F4-5CED-48D18036E84C}"/>
              </a:ext>
            </a:extLst>
          </p:cNvPr>
          <p:cNvGraphicFramePr>
            <a:graphicFrameLocks noGrp="1"/>
          </p:cNvGraphicFramePr>
          <p:nvPr/>
        </p:nvGraphicFramePr>
        <p:xfrm>
          <a:off x="344774" y="989351"/>
          <a:ext cx="8476937" cy="517160"/>
        </p:xfrm>
        <a:graphic>
          <a:graphicData uri="http://schemas.openxmlformats.org/drawingml/2006/table">
            <a:tbl>
              <a:tblPr/>
              <a:tblGrid>
                <a:gridCol w="8476937">
                  <a:extLst>
                    <a:ext uri="{9D8B030D-6E8A-4147-A177-3AD203B41FA5}">
                      <a16:colId xmlns:a16="http://schemas.microsoft.com/office/drawing/2014/main" val="1590453465"/>
                    </a:ext>
                  </a:extLst>
                </a:gridCol>
              </a:tblGrid>
              <a:tr h="5171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5408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improves image quality; segmentation finds the area of interest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extraction and deep learning identify abnormalities and disease patterns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Decision-support tools present results clearly to healthcare professionals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Together they give faster and more consistent diagnosis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assists doctors; it does not replace them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807</Words>
  <Application>Microsoft Office PowerPoint</Application>
  <PresentationFormat>On-screen Show (16:9)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Medical Image Diagnosis</dc:title>
  <dc:subject>PptxGenJS Presentation</dc:subject>
  <dc:creator>PptxGenJS</dc:creator>
  <cp:lastModifiedBy>Harshitha Puthalapattu</cp:lastModifiedBy>
  <cp:revision>4</cp:revision>
  <dcterms:created xsi:type="dcterms:W3CDTF">2026-10-06T14:58:43Z</dcterms:created>
  <dcterms:modified xsi:type="dcterms:W3CDTF">2026-10-07T04:02:54Z</dcterms:modified>
</cp:coreProperties>
</file>